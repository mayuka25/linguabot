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FF65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2025  ·  PROBLEM STATEMENT SIH25104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1A1D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81005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LinguaBot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58368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Campus Chatbot for Equitable Student Information Access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FF65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892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Mayuka M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922525106195  ·  B.E. Electronics &amp; Communication Engineering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  ·  VSB Engineering College, Karur, Tamil Nadu  ·  Academic Year 2025–2026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language gap between students and campus administration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colleges face a flood of repetitive queries — fees, scholarships, exams, certificates — many from students more comfortable in Tamil, Hindi, Telugu or Malayalam than English.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is a web-based conversational assistant, built on HTML5/CSS/JS and powered by Meta's LLaMA 3.3 70B via the Groq API, that answers campus questions instantly in the student's own language — no server, no app install, no waiting in 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0" y="169164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96912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389" y="2034997"/>
            <a:ext cx="273406" cy="2734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764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92440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2862072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96912" y="30449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389" y="3205429"/>
            <a:ext cx="273406" cy="2734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92440" y="29352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092440" y="3392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Latency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86600" y="4032504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96912" y="421538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89" y="4375861"/>
            <a:ext cx="273406" cy="2734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4105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File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092440" y="4562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Zero-Server Deployment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compounding barriers between students and institutional information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75" y="222153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Volume &amp; Repetition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questions — fees, scholarships, exam schedules, certificates — dominates administrative interactions, repeated by the same students again and again.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11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95" y="222153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Accessibility Gap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communication is in English, but many students are more precise and confident asking in Tamil, Hindi, Telugu or Malayalam. No institutional channel answers in their language.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615" y="222153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Accessibility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7033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keep fixed hours that rarely match when students need answers — evenings, weekends — pushing them toward unreliable peer networks and rumour.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A1D2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implement, and validate a multilingual conversational campus assistant that gives VSB Engineering College students accurate, immediate, language-accessible information — without routine human intervention.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6380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44144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curated FAQ knowledge base covering fees, scholarships, exams, timings and certificates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251460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63804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93992" y="244144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front-end web interface with an LLM inference API — no specialised server infrastructure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91820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7216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language detection across Tamil, Hindi, Telugu, Malayalam and English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379476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918204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93992" y="37216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multi-turn conversational context across follow-up questions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198364"/>
            <a:ext cx="210312" cy="2103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1872" y="50017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uncertainty and auto-escalate to administrative contact details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72200" y="5074920"/>
            <a:ext cx="457200" cy="457200"/>
          </a:xfrm>
          <a:prstGeom prst="ellipse">
            <a:avLst/>
          </a:prstGeom>
          <a:solidFill>
            <a:srgbClr val="F3F2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5198364"/>
            <a:ext cx="210312" cy="2103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93992" y="50017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input/output via the Web Speech API for hands-free interaction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Campus Chatbot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rigid pattern-matching to grounded, generative multilingual assistants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1387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/ FAQ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pattern matching against a static Q&amp;A library.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auditable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 understanding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per language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42" y="213878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(RAG)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institutional documents feeds a generative model.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17720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low hallucination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infra to run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multilingual embeddings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1F4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62" y="213878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— LinguaBot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21040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guided by an embedded FAQ system prompt.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21040" y="406908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multilingual fluency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single-file deploy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external API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single-file, zero-backend client that runs entirely in the browser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1D2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2A2D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05008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37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92040" y="183794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 UI — chat window, language strip, FAQ chips, input bar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816352"/>
            <a:ext cx="548640" cy="548640"/>
          </a:xfrm>
          <a:prstGeom prst="ellipse">
            <a:avLst/>
          </a:prstGeom>
          <a:solidFill>
            <a:srgbClr val="8981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296448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523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Management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92040" y="275234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message-history array sent as full context on every API call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1D2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730752"/>
            <a:ext cx="548640" cy="548640"/>
          </a:xfrm>
          <a:prstGeom prst="ellipse">
            <a:avLst/>
          </a:prstGeom>
          <a:solidFill>
            <a:srgbClr val="2A2D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87888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667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Processing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92040" y="366674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Per-message detection + [tag] response, voice I/O via Web Speech API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6C63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645152"/>
            <a:ext cx="548640" cy="548640"/>
          </a:xfrm>
          <a:prstGeom prst="ellipse">
            <a:avLst/>
          </a:prstGeom>
          <a:solidFill>
            <a:srgbClr val="8981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79328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811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Fallback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92040" y="458114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FAQ system prompt + uncertainty detector → contact card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1D27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5559552"/>
            <a:ext cx="548640" cy="548640"/>
          </a:xfrm>
          <a:prstGeom prst="ellipse">
            <a:avLst/>
          </a:prstGeom>
          <a:solidFill>
            <a:srgbClr val="2A2D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70768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4955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892040" y="549554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chat bubbles + spoken responses via SpeechSynthesis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capability, simplicity, and student maintainability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89" y="2199589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· CSS3 · JavaScript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client — no build step, no dependencies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909" y="2199589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 + LPU Inference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943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Sub-2-second latency chat completions endpoint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229" y="2199589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3.3 70B (Meta AI)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0275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native Tamil &amp; Malayalam performance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89" y="4302709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FAQ System Prompt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611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grounds every response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909" y="4302709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Speech API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943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+ SpeechSynthesis for voice I/O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3F2FF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229" y="4302709"/>
            <a:ext cx="273406" cy="2734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Hosting Deployment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0275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file, deployable anywhere instantly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LinguaBot ready for real campus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89" y="2199589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5-Language Support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Tamil, Hindi, Telugu, Malayalam, English — auto-detected per message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909" y="2199589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Context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943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sent per call for coherent follow-up conversations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229" y="2199589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Fallback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02752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uncertainty, surfaces admin office contact automatically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89" y="4302709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611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query capture via browser speech recognition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909" y="4302709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Output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943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Per-message "Listen" button reads replies aloud in-language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1F4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142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229" y="4302709"/>
            <a:ext cx="273406" cy="2734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Downloadable Log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02752" y="5257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transcript exportable for quality improvement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Chrome/Windows against the live production Groq endpoint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1D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Met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1D27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Validated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1D2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0.8–1.9s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1D27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Test Series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324612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FAQ queries — 100% correct tagging &amp; grounding, mean latency 1.3s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14600" y="384048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queries — grammatically correct replies; Valluvar voice pack confirmed audio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14600" y="443484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 — correct Devanagari replies; language reverted to English on subsequent English turns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Context: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14600" y="5029200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queries correctly triggered contact card; 4–5 turn sessions stayed coherent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combines LLM-grade fluency with FAQ-bot deployment simplicity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402336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468880"/>
              </a:tblGrid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Rule-Based FAQ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RAG-Based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LinguaBot (LLM)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Multilingual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Manual duplication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Needs multilingual embeddings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Native, automatic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Natural language understanding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None — keyword match 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Good, retrieval-dependent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Strong, flexible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Infrastructure complexity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Very 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High — vector DB + pipeline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Low — single HTML file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Maintenance burden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Grows linearly with queries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747"/>
                          </a:solidFill>
                        </a:rPr>
                        <a:t>Needs embedding expertise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Edit one text block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meets all seven functional objectives, delivering accurate, immediate, language-accessible campus information at the deployment cost of a static web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679192"/>
            <a:ext cx="594360" cy="594360"/>
          </a:xfrm>
          <a:prstGeom prst="ellipse">
            <a:avLst/>
          </a:prstGeom>
          <a:solidFill>
            <a:srgbClr val="2528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589" y="2839669"/>
            <a:ext cx="273406" cy="2734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API Key Migration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45920" y="30815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credentials off the client via a Netlify Function / AWS Lambda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4231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11" name="Shape 8"/>
          <p:cNvSpPr/>
          <p:nvPr/>
        </p:nvSpPr>
        <p:spPr>
          <a:xfrm>
            <a:off x="6428232" y="2679192"/>
            <a:ext cx="594360" cy="594360"/>
          </a:xfrm>
          <a:prstGeom prst="ellipse">
            <a:avLst/>
          </a:prstGeom>
          <a:solidFill>
            <a:srgbClr val="2528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09" y="2839669"/>
            <a:ext cx="273406" cy="2734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Messaging Platform Reach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178040" y="30815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WhatsApp &amp; Telegram — channels students already use daily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16" name="Shape 12"/>
          <p:cNvSpPr/>
          <p:nvPr/>
        </p:nvSpPr>
        <p:spPr>
          <a:xfrm>
            <a:off x="896112" y="4462272"/>
            <a:ext cx="594360" cy="594360"/>
          </a:xfrm>
          <a:prstGeom prst="ellipse">
            <a:avLst/>
          </a:prstGeom>
          <a:solidFill>
            <a:srgbClr val="2528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89" y="4622749"/>
            <a:ext cx="273406" cy="2734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Knowledge Base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45920" y="4864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 circulars via a RAG pipeline to remove manual FAQ upkeep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420624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21" name="Shape 16"/>
          <p:cNvSpPr/>
          <p:nvPr/>
        </p:nvSpPr>
        <p:spPr>
          <a:xfrm>
            <a:off x="6428232" y="4462272"/>
            <a:ext cx="594360" cy="594360"/>
          </a:xfrm>
          <a:prstGeom prst="ellipse">
            <a:avLst/>
          </a:prstGeom>
          <a:solidFill>
            <a:srgbClr val="2528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709" y="4622749"/>
            <a:ext cx="273406" cy="2734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FAQ Growth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178040" y="4864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downloaded logs to close coverage gaps with evidence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LinguaBot · SIH25104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FF658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108960" cy="310896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1A1D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8523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58368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4114800"/>
            <a:ext cx="2011680" cy="0"/>
          </a:xfrm>
          <a:prstGeom prst="line">
            <a:avLst/>
          </a:prstGeom>
          <a:noFill/>
          <a:ln w="25400">
            <a:solidFill>
              <a:srgbClr val="FF65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343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Mayuka 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E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VSB Engineering College, Karur, Tamil Nadu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SIH25104 · LinguaBot Project Report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LinguaBot – Multilingual Campus Chatbot</dc:title>
  <dc:subject>PptxGenJS Presentation</dc:subject>
  <dc:creator>Mayuka M</dc:creator>
  <cp:lastModifiedBy>Mayuka M</cp:lastModifiedBy>
  <cp:revision>1</cp:revision>
  <dcterms:created xsi:type="dcterms:W3CDTF">2026-07-01T18:20:25Z</dcterms:created>
  <dcterms:modified xsi:type="dcterms:W3CDTF">2026-07-01T18:20:25Z</dcterms:modified>
</cp:coreProperties>
</file>